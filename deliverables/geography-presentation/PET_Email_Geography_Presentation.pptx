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文体为朋友间的邮件回复，不是 article。截图给出四条批注；约100词按PET邮件写作常规安排，不是对截图中未显示文字的转录。单击显示核心目标。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按截图转录邮件前半段，并将原来的边注移到右侧以便线上阅读。Thanks! 对应 Jo 对你地理能力的肯定；Explain 要选择 rivers 或 deserts，并解释理由。边注是原题已给信息，保持可见。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按截图转录邮件后半段。Tell Jo：给出使展示更有趣的办法。No, but ...：不能答应周二邀约，必须婉拒并提供替代安排。简短说明不能赴约的原因可以使邮件自然，但不是额外硬性内容点。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单击顺序按原题四条边注排列。Thanks! 要回应夸奖，不只是机械地写 Thanks for your email。Explain：主题二选一即可。No, but... 不能只写否定，也不能仍同意周二。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图左为有清晰河岸的河流，图右为干旱沙漠示意图。先看图说 rivers/deserts，再点击搭配；单击1左图，单击2右图。追问：河流水有什么用途？在沙漠中可以介绍什么？图片不是特定地理地点，不声称所有沙漠都由沙丘组成。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先让学生任选主题并口头给理由。单击1示范 rivers；单击2示范 deserts，二者都是合理选择。题目没有唯一更好的主题，关键是解释。两个句子是候选写法，不要求同时写入一封邮件。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三行按顺序单击揭晓细节。不要只列 map/photos/quiz 而不解释。rivers 可选地图或猜河流名称；deserts 可选动物照片或有关干旱环境的问题。还可补充 This would get everyone involved. 不要求所有办法都写。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单击1：礼貌拒绝周二；单击2：示例原因（可选）；单击3：周三放学后的替代安排并确认地点。学生可自选别的合理新时间，不把 Wednesday 当作唯一答案。Tuesday/Wednesday 首字母大写。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先按四种回应功能逐行单击；再从左到右揭晓三个搭配，共7次。We could / Why don’t we 后接动词原形。朋友邮件使用自然的缩写形式即可，不需要商务信函式套语。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四次单击依次显示例句。because 引出原因，so 引出结果；同一因果关系不用 because...so...。but 用来连接不能周二见面与另一时间可以见面。举例处 for example / for instance 都可接受。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按已确认的 Wild Animals 填空版式制作，内容是给 Jo 的完整回复。此例选择 deserts，后面的范文选择 rivers，两种都成立。</a:t>
            </a:r>
          </a:p>
          <a:p>
            <a:r>
              <a:t>单击顺序：1 because；2 For example；3 so；4 but。第2空同样接受 For instance，词库不必全部使用。</a:t>
            </a:r>
          </a:p>
          <a:p>
            <a:r>
              <a:t>初始答案卡隐藏，点击后在原位出现；逐次先让学生回答再揭晓。连接词之外也让学生找出感谢、解释、建议和替代时间。四空不是四个内容点的一一对应。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半开放构思页，不给统一答案，也不强制 Wednesday。让学生检查是否把 No,but 的两部分都写到。只需简短理由就能解释主题选择；展示办法要具体到 Jo 知道可以做什么。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四次单击按感谢、主题与建议、新时间、结尾的顺序出现框架。不要把所有空格填成唯一答案。可调整段落和句型，缩写符合朋友邮件语气。正文约100词，称呼和署名自然即可。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所有检查问题保持可见，方便独立写作和自查。建议先计划四条内容，再写邮件。友好语气包括称呼 Jo、恰当的感谢和礼貌婉拒、自然收尾和自己的名字。下一页范文放在写作后对照，不要求背诵。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范文含称呼、收尾和署名约 99 词（按常规单词计数，缩写算一个词）。</a:t>
            </a:r>
          </a:p>
          <a:p>
            <a:r>
              <a:t>四次单击依次显示 Thanks / Explain / Tell Jo / No,but 的回应。Nile 注入 Mediterranean Sea（地中海），可作为具体测验问题，正文只写建议不需要回答地理问题。</a:t>
            </a:r>
          </a:p>
          <a:p>
            <a:r>
              <a:t>范文选 rivers，练习页选 deserts，学生可任选一个并使用自己的理由、建议与新时间。学校地理内容为示例，周三、音乐课和署名 Alex 都不是唯一答案。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Writing: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学习目标｜用友好的邮件回应四条批注，写清理由、建议和新的安排。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Geography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感谢 → 选择主题并解释 → 提出建议 → 婉拒并另约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743200" cy="7589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2587752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315200" cy="67665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Reply to Jo. Use ALL four notes.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Jo's email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审题｜先读邮件前半段，看看右侧批注要求怎样回应。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10607040" cy="50292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From: Jo     Subject: Geography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8321040" cy="14630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Hi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glad we're going to do our school geography presentation together, because I know you're really good at geography!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468880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Thanks!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8321040" cy="16002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 teacher said we can choose to tell the class about rivers or deserts for our presentation. Which do you think would be better?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251960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Read Jo's email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审题｜读完邮件：有什么建议？周二的邀约怎样回应？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8321040" cy="10241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What do you think we could do to make the presentation more interesting?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783080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Tell 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8321040" cy="13258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need to start planning the presentation soon! Can you come to my house on Tuesday evening after school?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337560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No, but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00016"/>
            <a:ext cx="7863840" cy="877824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See you soon.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06440"/>
            <a:ext cx="10332720" cy="44805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email to Jo using all the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Decode the FOUR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审题拆解｜先说每条批注的任务，再单击核对。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664208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 Jo for the compliment.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51760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Choose rivers OR deserts and explain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Tell 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639312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Suggest a way to make it more interesting.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No, but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4626864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Say no to Tuesday; suggest another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79592"/>
            <a:ext cx="10424160" cy="4114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四条都要回应；No, but ... 包含“婉拒＋替代安排”。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看图回顾｜先说地理主题，再单击回顾相关搭配。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515600" cy="47548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What could we talk about?</a:t>
            </a:r>
          </a:p>
        </p:txBody>
      </p:sp>
      <p:pic>
        <p:nvPicPr>
          <p:cNvPr id="9" name="Picture 8" descr="exec-f9929142-aecf-4b04-9c0f-f689ec96c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10698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87568"/>
            <a:ext cx="525780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rivers — use river water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5687568"/>
            <a:ext cx="525780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deserts — live in dry places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Choose a topic AND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内容构思｜说清主题以后，再说明它为什么适合这次展示。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103120" cy="123444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28800"/>
            <a:ext cx="8138160" cy="12344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rivers because we can show how people use river water.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103120" cy="123444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DESERTS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657600"/>
            <a:ext cx="8138160" cy="12344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prefer deserts because we can explain how animals live in dry places.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79592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选一个主题即可；理由要具体，不停留在“It is good”。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Make the presentation interesting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建议展开｜办法后面补充具体怎么做，让 Jo 能直接理解。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78892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645920"/>
            <a:ext cx="7562088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What exactly could we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27889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Use a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2468880"/>
            <a:ext cx="7562088" cy="84124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Show the route of a river.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10712"/>
            <a:ext cx="27889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Show photos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3410712"/>
            <a:ext cx="7562088" cy="84124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Show desert animals and talk about their lives.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52544"/>
            <a:ext cx="27889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Add a 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4352544"/>
            <a:ext cx="7562088" cy="84124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Ask the class to guess a river's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按所选主题选一个具体的办法，并解释它怎样吸引同学。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Reply to the 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婉拒与另约｜明确不能周二见面，再给出一个具体替代时间。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286000" cy="86868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Polite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8046720" cy="8686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Sorry, I can't come on Tuesday evening.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2286000" cy="86868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Brief reason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80360"/>
            <a:ext cx="8046720" cy="8686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have a music lesson then.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2286000" cy="121615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Alternative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023360"/>
            <a:ext cx="8046720" cy="121615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But I'm free on Wednesday after school.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Shall I come to your house then?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新的安排要能执行：写清哪天和什么时候；地点可沿用 Jo 的家。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 for this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词汇与句型｜先尝试表达，再单击回顾本题可用的语言。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331720" cy="79552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感谢夸奖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645920"/>
            <a:ext cx="7955279" cy="7955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Thanks for saying that!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2331720" cy="79552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选题并解释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587752"/>
            <a:ext cx="7955279" cy="7955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... because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9584"/>
            <a:ext cx="2331720" cy="79552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提出建议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29584"/>
            <a:ext cx="7955279" cy="7955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could ... / Why don't we ...?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71416"/>
            <a:ext cx="2331720" cy="79552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婉拒并另约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471416"/>
            <a:ext cx="7955279" cy="7955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Sorry, I can't ..., but I could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338328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27432" rIns="27432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give a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5696712"/>
            <a:ext cx="338328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27432" rIns="27432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show photos of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4696" y="5696712"/>
            <a:ext cx="338328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27432" rIns="27432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be free after school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Link ideas clearly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连接词用法｜本题主要用原因、举例、结果和转折。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82880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27632"/>
            <a:ext cx="57607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9152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59152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rivers because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can explain how people use water.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we could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show photos of desert animals.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78224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78224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have a lesson, so I can't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come on Tuesday.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937760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can't come on Tuesday,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but I'm free on Wednesday.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52744"/>
            <a:ext cx="1060704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for example / for instance 可互换；but 后要真正提供不同的安排。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fill in the blanks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连接词练习｜按语义填空；举例表达可互换，词语不必全部使用。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62456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0744"/>
            <a:ext cx="10616184" cy="877824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because  ·  but  ·  so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77840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Hi Jo,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0632"/>
            <a:ext cx="8487304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Thanks for saying that! I'm looking forward to working with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2478116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I'd choose deserts 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92" y="3447288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3182204" y="3108960"/>
            <a:ext cx="1325880" cy="370332"/>
            <a:chOff x="3182204" y="3108960"/>
            <a:chExt cx="1325880" cy="370332"/>
          </a:xfrm>
        </p:grpSpPr>
        <p:sp>
          <p:nvSpPr>
            <p:cNvPr id="12" name="Rounded Rectangle 11"/>
            <p:cNvSpPr/>
            <p:nvPr/>
          </p:nvSpPr>
          <p:spPr>
            <a:xfrm>
              <a:off x="3182204" y="3113532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191348" y="3108960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508084" y="3108960"/>
            <a:ext cx="614404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we can explain how animals live in dry places.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47288"/>
            <a:ext cx="815702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We could make our presentation more interesting with a quiz.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4123944"/>
            <a:ext cx="1837943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731520" y="3785616"/>
            <a:ext cx="1874519" cy="370332"/>
            <a:chOff x="731520" y="3785616"/>
            <a:chExt cx="1874519" cy="370332"/>
          </a:xfrm>
        </p:grpSpPr>
        <p:sp>
          <p:nvSpPr>
            <p:cNvPr id="18" name="Rounded Rectangle 17"/>
            <p:cNvSpPr/>
            <p:nvPr/>
          </p:nvSpPr>
          <p:spPr>
            <a:xfrm>
              <a:off x="731520" y="3790188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0664" y="3785616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606039" y="3785616"/>
            <a:ext cx="778343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we could show photos of desert animals and ask the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742269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to guess their names. This would get everyone involved.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62272"/>
            <a:ext cx="650261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Sorry, I have a music lesson on Tuesday evening, 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24986" y="4800600"/>
            <a:ext cx="55778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7206698" y="4462272"/>
            <a:ext cx="594360" cy="370332"/>
            <a:chOff x="7206698" y="4462272"/>
            <a:chExt cx="594360" cy="370332"/>
          </a:xfrm>
        </p:grpSpPr>
        <p:sp>
          <p:nvSpPr>
            <p:cNvPr id="25" name="Rounded Rectangle 24"/>
            <p:cNvSpPr/>
            <p:nvPr/>
          </p:nvSpPr>
          <p:spPr>
            <a:xfrm>
              <a:off x="7206698" y="4466844"/>
              <a:ext cx="59436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15842" y="4462272"/>
              <a:ext cx="57607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so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801058" y="4462272"/>
            <a:ext cx="245392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I can't come then,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9808" y="5138928"/>
            <a:ext cx="6949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731520" y="4800600"/>
            <a:ext cx="731520" cy="370332"/>
            <a:chOff x="731520" y="4800600"/>
            <a:chExt cx="731520" cy="370332"/>
          </a:xfrm>
        </p:grpSpPr>
        <p:sp>
          <p:nvSpPr>
            <p:cNvPr id="30" name="Rounded Rectangle 29"/>
            <p:cNvSpPr/>
            <p:nvPr/>
          </p:nvSpPr>
          <p:spPr>
            <a:xfrm>
              <a:off x="731520" y="4805172"/>
              <a:ext cx="73152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40664" y="4800600"/>
              <a:ext cx="71323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but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463040" y="4800600"/>
            <a:ext cx="918014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I'm free on Wednesday after school. Shall I come to your house then?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38928"/>
            <a:ext cx="450212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Let me know if that works for you.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77256"/>
            <a:ext cx="186568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See you soon,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15584"/>
            <a:ext cx="57914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6492240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83680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5952" y="6547104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24" grpId="0" animBg="1"/>
      <p:bldP spid="2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Plan YOUR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内容构思｜先把四条批注变成自己的内容，不照抄示例安排。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664208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What will you thank Jo for?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51760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Topic: __________  Reason: 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Tell 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639312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Method: _________  Detail: 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No, but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4626864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Reply to Tuesday: _____  New time: 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42416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你来决定主题与具体办法，再另约见面时间。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Email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写作框架｜友好地回应四条批注；关键内容由你自己填写。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057400" cy="85039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8275320" cy="8503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Hi Jo,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Thanks for 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96896"/>
            <a:ext cx="2057400" cy="113385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TOPIC + IDEA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解释与建议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596896"/>
            <a:ext cx="8275320" cy="113385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____ because ____.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could ____. For example, 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77056"/>
            <a:ext cx="2057400" cy="109728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NEW TIME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婉拒并另约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877056"/>
            <a:ext cx="8275320" cy="10972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Sorry, I can't come on Tuesday evening, but ____.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Shall we ____?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9784"/>
            <a:ext cx="2057400" cy="95097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ENDING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自然收尾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5129784"/>
            <a:ext cx="8275320" cy="95097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Let me know ____.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See you soon, 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独立写作｜先完成自己的邮件，再检查四条批注有没有遗漏。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4708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thanked Jo for the compliment.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7860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chose ONE topic and explained why.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3101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suggested how to make the presentation interesting.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04164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declined Tuesday and suggested another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7316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email is friendly and about 100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247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to Jo. Use all four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email: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范文回看｜写完后再核对：四条批注分别在哪里得到回应？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GEOGRAPHY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Hi Jo,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0424160" cy="66751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Thanks for saying that! I'm looking forward to working with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06624"/>
            <a:ext cx="10424160" cy="850392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rivers because we can explain how people use river water. For example, many people use river water for farming.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48456"/>
            <a:ext cx="10424160" cy="10789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We could show a map of the Nile and ask the class to name the sea it flows into. A short quiz would get everyone involved.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18888"/>
            <a:ext cx="10424160" cy="1207008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Sorry, I can't come on Tuesday evening because I have a music lesson, but I'm free on Wednesday after school. Shall I come to your house then? Let me know if that works for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071616"/>
            <a:ext cx="10424160" cy="3017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See you soon,  Alex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