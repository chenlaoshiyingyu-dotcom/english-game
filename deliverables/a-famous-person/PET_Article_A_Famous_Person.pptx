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文章面向英语网站的年轻读者，约100词。本题重点是人物介绍、欣赏的理由及支持例子、对生活是否轻松的判断及理由。第三问不能只写 easy/not easy。单击显示三个主要任务。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按截图转录征稿公告。截图说明网站面向年轻人，要求 article，约100词。三问都要回答；介绍真实人物即可，不需要写成长篇生平。可以选演员、运动员、网络创作者等，不限给出的例子。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三次单击，按身份、喜欢原因及例子、生活判断及解释的顺序。WHO 不需要出生日期和所有奖项；给足识别人和说明名气的信息即可。真实名人与虚构角色要分清，例如 Emma Watson 是演员，Hermione 是她演的角色。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四张图是泛指职业，不是名人肖像。第一张为手持场记板的影视制作人员，对应 film-maker；不把场记板当作证明此人是演员的依据。其余对应歌手、运动员、视频创作者。逐张先让学生说，再单击。电影领域也可选 actor，随后使用真实人物例子。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使用稳定的公开作品/历史信息，不写未经核实的私人日程或数字。单击依次是演员作品、2022年世界杯历史结果、歌手身份。无需查完人物生平，足够支持100词文章即可。学生可选其他真实名人，不必三选一。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四次单击，先原因后细节，再看另一个候选原因。以 Emma Watson 为例：表演和角色带来的观影感受都是可以发展的个人理由。表述为观众的感受，不把 Hermione 的性格直接说成演员的私人性格。只选一个清楚的原因也可。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四次单击，按第一行优点/挑战，再第二行优点/挑战。学生可以答较轻松、并不轻松，或有利有弊，关键是清楚解释。用 may/can 表示可能性，不声称所有名人都富有或都没有隐私。若认为生活轻松，应使用自己了解的公开情况支持，而不是只说 famous=easy。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先显示稳定作品信息。单击1职业的一般要求；单击2明确判断；单击3用 may 表示可能的公众关注影响。不是关于她当下拍摄日程的事实声明。生活是否轻松可有不同判断，不能编造“每天拍16小时”等细节。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六次单击，先左栏从上到下，再右栏。学生根据自己的人物选择合适表达。Privacy 指不受公众打扰的私人空间；表达是可用语言，不是对每位名人情况的断言。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四次单击显示例句。However 后加逗号，前面的完整句子以句号结束，不只用逗号拼接两个完整句子。because 直接接原因分句。also 在 may 等情态动词后、实义动词前。连接词服务于本题，不要求全部使用。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完整文章填空，约98词（不含标题）。单击顺序：because / For example / However / also / because。第2空也接受 For instance；because 重复使用正常。</a:t>
            </a:r>
          </a:p>
          <a:p>
            <a:r>
              <a:t>选择 Emma Watson 而不是虚构角色 Hermione；角色只是喜欢她表演的例子。工作和隐私的部分是一般说明和带 may 的判断，不是私人日程信息。先让学生回答，再原位出现答案卡。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半开放计划，不给统一人物或统一 easy/not easy 结论。先检查例子是否支持喜欢的原因，再检查生活判断是否有理由。使用自己的已知作品、公开信息或清楚标出的推断。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四次单击按介绍、喜欢原因与例子、生活判断与解释、收尾呈现。问句开头是可选方式，不要求每篇都使用。his/her 按人物选择，斜线和 OR 不抄进正文。关键内容保留空白。生活可以判断轻松、不轻松或有利有弊，前后要一致。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自查问题保持可见。网站文章可自然直接地面向年轻读者；不用邮件称呼和署名格式。先独立写作，再看范文。不要把 biographical facts 当作对 Why like 的完整回答，也不要只写一个 easy/not easy 的判断。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正文 100 词，不含标题。四次单击显示人物介绍、喜欢原因与歌曲例子、生活判断与理由、转折总结。</a:t>
            </a:r>
          </a:p>
          <a:p>
            <a:r>
              <a:t>Taylor Swift 的歌手/词曲作者身份和歌曲名是公开作品信息；对歌曲意义的表述是观众自己的理解。准备现场演出需要工作量是一般工作说明，隐私影响用 may 表示推测，不声称知道她的私人日程。</a:t>
            </a:r>
          </a:p>
          <a:p>
            <a:r>
              <a:t>学生可以选别的真实人物，也可以对生活作出不同、有理由的判断。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PET Writing: 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学习目标｜介绍一位喜欢的名人，解释喜欢的原因，并判断其生活是否轻松。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FAMOUS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7772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 famous person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选定人物 → 喜欢的原因与例子 → 生活判断与理由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434840"/>
            <a:ext cx="2743200" cy="758952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CB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526280"/>
            <a:ext cx="2587752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About 100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480560"/>
            <a:ext cx="7315200" cy="676656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WHO?  ·  WHY LIKE?  ·  EASY LIFE? WHY?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1. Read the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审题｜读原题，找出三个必须回应的内容。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FAMOUS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10607040" cy="45720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Articles wanted!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93976"/>
            <a:ext cx="10607040" cy="539496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 famous person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0424160" cy="106070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Tell us about a famous person that you like –</a:t>
            </a:r>
          </a:p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example, someone you follow online, an actor, a sportsperson or someone else.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05072"/>
            <a:ext cx="10424160" cy="58521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Why do you like this person?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54880"/>
            <a:ext cx="10424160" cy="64008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Do you think this person has an easy life? Why?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96128"/>
            <a:ext cx="1042416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We'll publish the best articles answering these questions.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035040"/>
            <a:ext cx="10424160" cy="29260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your article. About 100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2. What must we include?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审题拆解｜先回答任务问题，再单击核对。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FAMOUS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2377440" cy="91440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19072"/>
            <a:ext cx="7955279" cy="9144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Name + what the person is known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44952"/>
            <a:ext cx="2377440" cy="91440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WHY LIKE?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44952"/>
            <a:ext cx="7955279" cy="9144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 reason + a specific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70832"/>
            <a:ext cx="2377440" cy="91440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EASY LIFE?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370832"/>
            <a:ext cx="7955279" cy="9144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Your judgement + an explanation.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始终围绕同一位真实名人；两个 Why 都要解释清楚。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3. Brainstorm: look and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看图回顾｜图片是职业示意，先说类别，再选一位你了解的真实名人。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FAMOUS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53896"/>
            <a:ext cx="1051560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Who could you write about?</a:t>
            </a:r>
          </a:p>
        </p:txBody>
      </p:sp>
      <p:pic>
        <p:nvPicPr>
          <p:cNvPr id="9" name="Picture 8" descr="exec-b3e74cb4-263f-4968-b5cd-2a2698e194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84248"/>
            <a:ext cx="1069848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5687568"/>
            <a:ext cx="2674620" cy="50292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 film-maker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4427" y="5687568"/>
            <a:ext cx="2674620" cy="50292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 singer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5687568"/>
            <a:ext cx="2674620" cy="50292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 sportsperson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3667" y="5687568"/>
            <a:ext cx="2674620" cy="50292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an online creator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4. Choose someone you know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人物选择｜选择能提供真实作品信息，又能解释自己看法的人。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FAMOUS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28600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Person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645920"/>
            <a:ext cx="809244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Public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28600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Emma Watson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809244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Played Hermione in the Harry Potter films.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10712"/>
            <a:ext cx="228600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Lionel Messi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410712"/>
            <a:ext cx="809244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Won the 2022 World Cup with Argentina.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52544"/>
            <a:ext cx="228600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Taylor Swift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352544"/>
            <a:ext cx="809244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An American singer and songwriter.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97296"/>
            <a:ext cx="10607040" cy="539496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选一个即可；写作品和公开信息，角色的性格不等于演员的真实性格。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5. Why do YOU like the person?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喜欢的原因｜先说你欣赏什么，再补充作品或表现中的细节。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FAMOUS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75488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Your reason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645920"/>
            <a:ext cx="557784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supporting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enjoy her acting.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6888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Her voice and expressions show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Hermione's feelings clearly.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enjoy the character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she plays.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93192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Hermione often uses her knowledge to help her friends.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例子要解释喜欢的原因，而不是再换一个词说“She is great”。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6. Is their life easy? Think both 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生活判断｜先比较，再决定是否轻松；每个判断都要有理由。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FAMOUS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512064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Possible 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45920"/>
            <a:ext cx="521208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Possible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5120640" cy="106070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Success can bring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interesting opportunities.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87168"/>
            <a:ext cx="5120640" cy="106070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Preparing for performances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can take time and effort.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5120640" cy="106070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High earnings may help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pay for practical support.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977639"/>
            <a:ext cx="5120640" cy="106070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Fame may make private time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harder to protect.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把这些角度与你了解的那位名人的公开情况联系起来。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7. Support a judgement carefully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解释判断｜从公开作品和工作要求，走向有理由的个人判断。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FAMOUS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424160" cy="74980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Emma Watson played Hermione in the Harry Potter films.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24912"/>
            <a:ext cx="10424160" cy="74980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Preparing for film roles takes time and effort.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10424160" cy="749808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 I don't think her life is always easy.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54880"/>
            <a:ext cx="10424160" cy="9144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Fame may also make her private time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harder to protect.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分清已知信息与推测；不确定时用 can / may，避免编造私人细节。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8. Useful language for this 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词汇回顾｜先尝试表达，再单击回顾本题需要的搭配。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FAMOUS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502920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The person and their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627632"/>
            <a:ext cx="525780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Life in the public eye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 famous for ...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因……而出名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75304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play the role of ...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扮演……角色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0016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admire someone's work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欣赏某人的作品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450592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prepare for performances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为表演作准备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575304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have less privacy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有更少的私人空间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4700016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 noticed in public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在公共场合被认出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9. Link reasons, examples and contrasts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连接词用法｜用原因解释观点，用举例支持，再用转折讨论名气的另一面。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FAMOUS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82880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27632"/>
            <a:ext cx="27889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27632"/>
            <a:ext cx="57607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59152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because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359152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admire her because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enjoy her acting.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举例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218688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example /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18688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example, she shows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 character's feelings clearly.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78224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转折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078224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however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078224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Her work looks exciting.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However, fame may reduce privacy.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补充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937760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also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937760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Fame may also make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private time harder to protect.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52744"/>
            <a:ext cx="10607040" cy="39319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for example / for instance 可互换；However, 常另起一句表示转折。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9" grpId="0" animBg="1"/>
      <p:bldP spid="2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10. Linking words: fill in the blanks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连接词练习｜按意思选择，词语可以重复；举例表达可以互换。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62456"/>
            <a:ext cx="10835640" cy="859536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80744"/>
            <a:ext cx="10616184" cy="82296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also  ·  because  ·  however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for example  ·  for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10698480" cy="36576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 talented 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9776"/>
            <a:ext cx="6130992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Have you ever watched the Harry Potter films?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9252"/>
            <a:ext cx="10349391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My favourite famous person is Emma Watson, the actor who played Hermione.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38728"/>
            <a:ext cx="1212723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like her 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35099" y="3877056"/>
            <a:ext cx="1289303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916811" y="3538728"/>
            <a:ext cx="1325880" cy="370332"/>
            <a:chOff x="1916811" y="3538728"/>
            <a:chExt cx="1325880" cy="370332"/>
          </a:xfrm>
        </p:grpSpPr>
        <p:sp>
          <p:nvSpPr>
            <p:cNvPr id="13" name="Rounded Rectangle 12"/>
            <p:cNvSpPr/>
            <p:nvPr/>
          </p:nvSpPr>
          <p:spPr>
            <a:xfrm>
              <a:off x="1916811" y="3543300"/>
              <a:ext cx="132588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925954" y="3538728"/>
              <a:ext cx="130759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because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42690" y="3538728"/>
            <a:ext cx="5959807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she makes Hermione seem brave and clever.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8" y="4256532"/>
            <a:ext cx="1837943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731520" y="3918204"/>
            <a:ext cx="1874519" cy="370332"/>
            <a:chOff x="731520" y="3918204"/>
            <a:chExt cx="1874519" cy="370332"/>
          </a:xfrm>
        </p:grpSpPr>
        <p:sp>
          <p:nvSpPr>
            <p:cNvPr id="18" name="Rounded Rectangle 17"/>
            <p:cNvSpPr/>
            <p:nvPr/>
          </p:nvSpPr>
          <p:spPr>
            <a:xfrm>
              <a:off x="731520" y="3922776"/>
              <a:ext cx="1874519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40664" y="3918204"/>
              <a:ext cx="1856231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For example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606039" y="3918204"/>
            <a:ext cx="7141556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, I enjoy the scenes where Hermione helps her friends.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3259252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Her work looks exciting. 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81628" y="4636008"/>
            <a:ext cx="142646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3963340" y="4297680"/>
            <a:ext cx="1463040" cy="370332"/>
            <a:chOff x="3963340" y="4297680"/>
            <a:chExt cx="1463040" cy="370332"/>
          </a:xfrm>
        </p:grpSpPr>
        <p:sp>
          <p:nvSpPr>
            <p:cNvPr id="24" name="Rounded Rectangle 23"/>
            <p:cNvSpPr/>
            <p:nvPr/>
          </p:nvSpPr>
          <p:spPr>
            <a:xfrm>
              <a:off x="3963340" y="4302252"/>
              <a:ext cx="146304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72484" y="4297680"/>
              <a:ext cx="144475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However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5426380" y="4297680"/>
            <a:ext cx="4733984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, I don't think her life is always easy.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77156"/>
            <a:ext cx="6968043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Actors need to prepare carefully for roles. Fame may 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90419" y="5015484"/>
            <a:ext cx="74066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7672131" y="4677156"/>
            <a:ext cx="777240" cy="370332"/>
            <a:chOff x="7672131" y="4677156"/>
            <a:chExt cx="777240" cy="370332"/>
          </a:xfrm>
        </p:grpSpPr>
        <p:sp>
          <p:nvSpPr>
            <p:cNvPr id="30" name="Rounded Rectangle 29"/>
            <p:cNvSpPr/>
            <p:nvPr/>
          </p:nvSpPr>
          <p:spPr>
            <a:xfrm>
              <a:off x="7672131" y="4681728"/>
              <a:ext cx="77724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681275" y="4677156"/>
              <a:ext cx="75895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also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8449371" y="4677156"/>
            <a:ext cx="1074783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make 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56631"/>
            <a:ext cx="7075824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harder to spend time in public without being noticed.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36108"/>
            <a:ext cx="1688681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admire her 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411057" y="5774436"/>
            <a:ext cx="128930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2392769" y="5436108"/>
            <a:ext cx="1325880" cy="370332"/>
            <a:chOff x="2392769" y="5436108"/>
            <a:chExt cx="1325880" cy="370332"/>
          </a:xfrm>
        </p:grpSpPr>
        <p:sp>
          <p:nvSpPr>
            <p:cNvPr id="37" name="Rounded Rectangle 36"/>
            <p:cNvSpPr/>
            <p:nvPr/>
          </p:nvSpPr>
          <p:spPr>
            <a:xfrm>
              <a:off x="2392769" y="5440680"/>
              <a:ext cx="132588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401913" y="5436108"/>
              <a:ext cx="130759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because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3718649" y="5436108"/>
            <a:ext cx="5632212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I enjoy her acting, but I would not want 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815583"/>
            <a:ext cx="6294334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the attention that can come with being famous.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" y="6492240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6583680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FAMOUS PERSON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45952" y="6547104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23" grpId="0" animBg="1"/>
      <p:bldP spid="29" grpId="0" animBg="1"/>
      <p:bldP spid="36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11. Plan YOUR 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内容构思｜先整理三问的答案，再决定文章怎样组织。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FAMOUS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286000" cy="96012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8046720" cy="9601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Name: ________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Known for: 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2286000" cy="96012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WHY LIKE?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017520"/>
            <a:ext cx="8046720" cy="9601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Reason: ________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Specific example: 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97680"/>
            <a:ext cx="2286000" cy="96012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EASY LIFE?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297680"/>
            <a:ext cx="8046720" cy="9601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Your judgement: ________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 supporting reason: 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选择自己的人物和判断；例子要与原因有清楚的联系。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12. Article writing 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写作框架｜保留自己的人物、理由和判断；约100词回答三问。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FAMOUS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2057400" cy="93268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介绍人物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00200"/>
            <a:ext cx="827532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Have you ever __________?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 famous person I like is ____, who ____.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06624"/>
            <a:ext cx="2057400" cy="93268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WHY LIKE?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原因与例子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06624"/>
            <a:ext cx="827532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like / admire ____ because ____.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 / For instance, ____.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13048"/>
            <a:ext cx="2057400" cy="1033271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EASY LIFE?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判断与解释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813048"/>
            <a:ext cx="8275320" cy="1033271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think his / her life is ____ because ____.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Also, ____ may / can ____.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0056"/>
            <a:ext cx="2057400" cy="95097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ENDING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自然收尾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5020056"/>
            <a:ext cx="8275320" cy="95097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To me, __________.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OR  That is why __________.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13. Write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独立写作｜写完后按本题检查，特别留意最后一个 Why。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FAMOUS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" y="184708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introduced ONE real famous person.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" y="257860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46888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explained why I like the person.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331012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20040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gave a specific example to support my reason.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" y="404164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93192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judged whether life is easy AND explained why.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" y="477316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66344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My article is clear and about 100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24728"/>
            <a:ext cx="1042416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your article. Give it a suitable title.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14. Model article: read after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范文回看｜换一个名人例子，核对三个问题与支持细节。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A FAMOUS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424160" cy="493776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The work behind the music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93976"/>
            <a:ext cx="10424160" cy="77724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Do you enjoy listening to pop music? One famous person I really like is Taylor Swift, an American pop singer and songwriter.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80944"/>
            <a:ext cx="10424160" cy="1024128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enjoy her songs because they tell stories about feelings. For example, 'Shake It Off' reminds me not to worry about what people think.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10424160" cy="117043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don't think her life is always easy. Preparing for live shows can take a lot of work, and fame may make it difficult to go out without being noticed.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22392"/>
            <a:ext cx="10424160" cy="886968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Her work looks exciting. However, I think fame can bring problems as well as opportunities. That's why I respect the work behind her music.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