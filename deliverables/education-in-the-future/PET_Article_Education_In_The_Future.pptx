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英文杂志面向年轻读者征集约100词的文章。先请学生预测题目会涉及什么，再单击显示两个核心方向。学习方式和学习内容都必须回应。题目中的 school/online 是提示，可选择其中一种为主，也可预测两者结合。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按截图转录征稿公告。原题是面向年轻人的英语杂志，不是 email。第一问是未来教育怎样不同，学校/家庭在线学习是例子；第二问是是否仍学现在的科目，并明确问 Why。不能只写科技产品或只列出学科。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三次单击。HOW 指学习地点和方式，WHAT 指科目或学习内容。两问都可用“部分保留，部分变化”的判断，但不强迫统一结论。WHY 在原题中直接跟随科目问题，必须解释为什么保留或改变；学习方式也需要具体情境使预测可信。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从左到右：课堂讨论、在家参加在线课、实验室科学实验、电脑学习活动。四次单击，先让学生看图描述再显示搭配。最后一图只作为 learn computer skills 的例子，不要求凭图判断具体编程语言。讨论也可能在线进行；图中是面对面讨论，不把活动绝对划分为只能在线或只能在校。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四次单击，预测1→具体用途1→预测2→具体活动2。线上课可以包括实时互动，也可以包含可回看的讲解视频；不要把所有在线课都定义为录像。例子说明可在文章里选择的合理情境，不断言未来一定如此。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四次单击，先两个判断，再依次给出理由。这里的 mix 指部分核心科目保留，课程内容或侧重点变化。不能声称所有学校现在都不教计算机，也不能只列 Maths, English, computers 而没有解释。学生可支持科目基本相同、明显不同或有保留有变化。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三次单击：判断→用途理由→学习内容的具体例子。computer skills 太宽泛时，用 write simple programs 具体化。will 是较肯定的预测，may/might 表示可能；不用 will can、may will 或 will studies。不是要求文章每句都使用 will，也不要求每个观点都有三句话，约100词要适当取舍。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先让学生读观点和两个说明，选择能解释科目保留的理由。单击1显示 A 的功能，单击2指出 B 回答的是学习方式。B 句本身语法正确，但不能独立作为英语科目保留的原因。迁移提问：如果选择数学或科学，理由应该与该科目的价值有什么联系？不把连接词 because 当作内容逻辑的替代品。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六次单击，先左栏从上到下，再右栏。have online lessons 和 take online lessons 都可接受；题干 do online lessons 也保留在原题页。face to face 在本例中作状语。结合自己的预测选用搭配，不要求全部塞进文章。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五次单击显示例句。because 接原因分句；However, 常另起一句表示转折。also 在 may 等情态动词后、实义动词前。such as 后这里是名词短语 science experiments；For example 后可接完整句子，两者不能在任何结构中直接替换。for example/for instance 在举例句里都正确。so 也可按需要表示结果，但不强迫使用。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完整文章正文100词，不含标题。按文章顺序六次单击：because / For example / However / such as / because / also。第2空也接受 For instance。because 可以重复。such as 后是名词短语；不要直接替换为 For example 而保留同样标点和结构。</a:t>
            </a:r>
          </a:p>
          <a:p>
            <a:r>
              <a:t>先给学生读文和选择的时间，再逐项显示原位答案卡。本文是两种学习方式结合、部分科目保留而数字技能增加的示例，学生可有不同预测。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半开放计划，学生自己判断学校/在线/结合、科目相同/不同/部分变化。填写具体学习情境和科目理由，不提供统一结论。允许举学校已有课程将来变得更重要的例子，无需编造学校完全没教过的科目。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四次单击，先开头，再学习方式与情境，科目判断与理由，最后收尾。问句开头可选；斜线表示选择，OR 不抄进正文。科目可以保留、改变或兼有。理由必须与所选科目有关，而不是回到“网课很方便”。收尾简洁即可，不必机械再重复所有观点。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本页自查保持可见。先独立写作再看范文。不能只列 robots/computers 等词而不说明如何学习，也不能只写 Maths and English 而不解释科目的用处。文章不使用邮件称呼和署名。预测可以不同，重点是清楚、合理、有支持。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正文100词，不含标题。四次单击：学校仍为主的判断→面对面讨论和实验的用途，并补充在线回看→核心科目保留的理由及计算机技能预测→计算机技能的具体例子和简短结尾。</a:t>
            </a:r>
          </a:p>
          <a:p>
            <a:r>
              <a:t>本文与填空文都允许混合学习，但这里明确以学校学习为主。so 连接“有在线讲解”和“可以回看”的结果；because 解释科目保留理由。may/could 表示可能性。学生可预测在线为主，只要回答科目问题并解释清楚。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PET Writing: 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学习目标｜预测未来的学习方式，判断科目是否变化，并解释理由。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7772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Education in the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学习方式的预测 → 具体情境 → 科目判断与理由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434840"/>
            <a:ext cx="2743200" cy="758952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CB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526280"/>
            <a:ext cx="2587752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About 100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480560"/>
            <a:ext cx="7315200" cy="676656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HOW WILL WE LEARN?  ·  WHAT WILL WE STUDY?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1. Read the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审题｜先读原题：学习方式和学习科目分别问了什么？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10607040" cy="45720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Articles wanted!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93976"/>
            <a:ext cx="10607040" cy="539496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Education in the future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0424160" cy="14173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How different will education be in the future? For example, will students go to a school to study, or will they do online lessons at home?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16552"/>
            <a:ext cx="10424160" cy="9144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Will students study the same subjects as they do now? Why?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59552"/>
            <a:ext cx="1042416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We'll publish the best articles answering these 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035040"/>
            <a:ext cx="10424160" cy="29260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your article. About 100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2. What must we include?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审题拆解｜区分学习方式和学习内容，再为预测补充支持。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2377440" cy="91440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19072"/>
            <a:ext cx="7955279" cy="9144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At school, online at home, or a mix?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44952"/>
            <a:ext cx="2377440" cy="91440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44952"/>
            <a:ext cx="7955279" cy="9144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 same subjects, new ones, or a mix?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70832"/>
            <a:ext cx="2377440" cy="91440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370832"/>
            <a:ext cx="7955279" cy="9144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Reasons and concrete situations to support your ideas.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第一问也要写具体；第二问的 Why 必须明确回答。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3. Brainstorm: look and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看图回顾｜先说图中的学习活动，再单击核对表达。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53896"/>
            <a:ext cx="1051560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Which activities could be online? Which need people together?</a:t>
            </a:r>
          </a:p>
        </p:txBody>
      </p:sp>
      <p:pic>
        <p:nvPicPr>
          <p:cNvPr id="9" name="Picture 8" descr="learning_sc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84248"/>
            <a:ext cx="1069848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22860" rIns="2286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discuss ideas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4427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22860" rIns="2286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have an online lesson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22860" rIns="2286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do science experiments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3667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22860" rIns="2286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learn computer skills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4. How will students learn?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观点展开｜先预测学习方式，再补充一个具体用途或情境。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75488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645920"/>
            <a:ext cx="557784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situation that supports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Some lessons may be online.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6888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Students can watch a difficult explanation again at home.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Students will still go to school.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93192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They can do science experiments and work together in a lab.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可以预测两者结合；也可以选择一种为主，只要解释合理。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5. Will subjects stay the same?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科目判断｜“保留”与“变化”都可以写，关键是说明原因。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512064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Some subjects may stay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45920"/>
            <a:ext cx="521208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Some learning may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5120640" cy="106070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Maths and English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may still be important.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87168"/>
            <a:ext cx="5120640" cy="106070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Students may learn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more computer skills.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5120640" cy="1060704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 need numbers in daily life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and language to communicate.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977639"/>
            <a:ext cx="5120640" cy="1060704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Many future jobs may need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people who can use technology.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“更多计算机技能”可以是现有课程增加内容，不一定是全新的科目。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6. Build a point about subjects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支持观点｜科目预测＋为什么有用＋具体学习内容。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4241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What might students need to learn?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33472"/>
            <a:ext cx="10424160" cy="74980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think students may learn more computer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75887"/>
            <a:ext cx="10424160" cy="749808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These skills could help them in future jobs.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18304"/>
            <a:ext cx="10424160" cy="74980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they could learn to write simple programs.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预测用 will / may / might＋动词原形；根据把握程度选择表达。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7. Does the reason answer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理由检查｜哪一个解释了“为什么仍要学习英语”？先选择再核对。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42416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I think students will still study English.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79192"/>
            <a:ext cx="10424160" cy="100584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A. It helps us communicate with people</a:t>
            </a:r>
          </a:p>
          <a:p>
            <a:pPr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from other countries.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95344"/>
            <a:ext cx="10424160" cy="7315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B. We can watch lessons on a laptop.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10424160" cy="5943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A supports the choice of SUBJECT.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87568"/>
            <a:ext cx="10424160" cy="512064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 describes HOW we learn, but not WHY English stays.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8. Useful language for this 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词汇回顾｜先尝试表达，再单击回顾本题需要的搭配。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502920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Ways of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627632"/>
            <a:ext cx="525780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Subjects and useful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have online lessons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上网课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75304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discuss ideas face to face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面对面讨论想法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0016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do science experiments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做科学实验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450592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study the same subjects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学习相同的科目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575304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learn computer skills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学习计算机技能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4700016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prepare for future jobs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为未来的工作作准备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9. Link predictions and reasons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连接词用法｜用原因和例子支持预测，也可比较不同学习方式。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55448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627632"/>
            <a:ext cx="27889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627632"/>
            <a:ext cx="603504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04288"/>
            <a:ext cx="155448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304288"/>
            <a:ext cx="278892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because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304288"/>
            <a:ext cx="603504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Maths will matter because we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use numbers every 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44952"/>
            <a:ext cx="155448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举例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044952"/>
            <a:ext cx="278892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example /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044952"/>
            <a:ext cx="603504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students may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watch a maths video at home.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85616"/>
            <a:ext cx="155448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转折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785616"/>
            <a:ext cx="278892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however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785616"/>
            <a:ext cx="603504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Some lessons may be online.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However, schools will still matter.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155448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526280"/>
            <a:ext cx="278892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also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526280"/>
            <a:ext cx="603504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Students may also learn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more computer skills.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66944"/>
            <a:ext cx="155448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列举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266944"/>
            <a:ext cx="278892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such 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5266944"/>
            <a:ext cx="6035040" cy="6858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Schools can offer practical work,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such as science experiments.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080760"/>
            <a:ext cx="10607040" cy="2743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such as＋名词例子；For example, / For instance, 可引出完整例句。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  <p:bldP spid="22" grpId="0" animBg="1"/>
      <p:bldP spid="25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10. Linking words: fill in the blanks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连接词练习｜完整读文再选择，词语可以重复；举例表达可以互换。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62456"/>
            <a:ext cx="10835640" cy="859536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0744"/>
            <a:ext cx="10616184" cy="82296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also  ·  because  ·  however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for example  ·  for instance  ·  such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10698480" cy="36576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Learning in the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9776"/>
            <a:ext cx="6365227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Will we study at school or at home in the future?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9252"/>
            <a:ext cx="6904234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think we will do both. Some lessons may be online 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26610" y="3497580"/>
            <a:ext cx="128930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7608322" y="3159252"/>
            <a:ext cx="1325880" cy="370332"/>
            <a:chOff x="7608322" y="3159252"/>
            <a:chExt cx="1325880" cy="370332"/>
          </a:xfrm>
        </p:grpSpPr>
        <p:sp>
          <p:nvSpPr>
            <p:cNvPr id="12" name="Rounded Rectangle 11"/>
            <p:cNvSpPr/>
            <p:nvPr/>
          </p:nvSpPr>
          <p:spPr>
            <a:xfrm>
              <a:off x="7608322" y="3163824"/>
              <a:ext cx="132588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617466" y="3159252"/>
              <a:ext cx="130759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because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934202" y="3159252"/>
            <a:ext cx="1016945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we 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38728"/>
            <a:ext cx="4564975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watch difficult explanations again.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8" y="4256532"/>
            <a:ext cx="1837943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731520" y="3918204"/>
            <a:ext cx="1874519" cy="370332"/>
            <a:chOff x="731520" y="3918204"/>
            <a:chExt cx="1874519" cy="370332"/>
          </a:xfrm>
        </p:grpSpPr>
        <p:sp>
          <p:nvSpPr>
            <p:cNvPr id="18" name="Rounded Rectangle 17"/>
            <p:cNvSpPr/>
            <p:nvPr/>
          </p:nvSpPr>
          <p:spPr>
            <a:xfrm>
              <a:off x="731520" y="3922776"/>
              <a:ext cx="1874519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0664" y="3918204"/>
              <a:ext cx="1856231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For example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606039" y="3918204"/>
            <a:ext cx="5281493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, we may watch a maths video at home. 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78389" y="4256532"/>
            <a:ext cx="142646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7860101" y="3918204"/>
            <a:ext cx="1463040" cy="370332"/>
            <a:chOff x="7860101" y="3918204"/>
            <a:chExt cx="1463040" cy="370332"/>
          </a:xfrm>
        </p:grpSpPr>
        <p:sp>
          <p:nvSpPr>
            <p:cNvPr id="23" name="Rounded Rectangle 22"/>
            <p:cNvSpPr/>
            <p:nvPr/>
          </p:nvSpPr>
          <p:spPr>
            <a:xfrm>
              <a:off x="7860101" y="3922776"/>
              <a:ext cx="146304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869245" y="3918204"/>
              <a:ext cx="144475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However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9323141" y="3918204"/>
            <a:ext cx="1627048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, we will still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97680"/>
            <a:ext cx="416922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go to school for practical work, 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891596" y="4636008"/>
            <a:ext cx="115214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/>
          <p:cNvGrpSpPr/>
          <p:nvPr/>
        </p:nvGrpSpPr>
        <p:grpSpPr>
          <a:xfrm>
            <a:off x="4873308" y="4297680"/>
            <a:ext cx="1188720" cy="370332"/>
            <a:chOff x="4873308" y="4297680"/>
            <a:chExt cx="1188720" cy="370332"/>
          </a:xfrm>
        </p:grpSpPr>
        <p:sp>
          <p:nvSpPr>
            <p:cNvPr id="29" name="Rounded Rectangle 28"/>
            <p:cNvSpPr/>
            <p:nvPr/>
          </p:nvSpPr>
          <p:spPr>
            <a:xfrm>
              <a:off x="4873308" y="4302252"/>
              <a:ext cx="118872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882452" y="4297680"/>
              <a:ext cx="117043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such as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6062028" y="4297680"/>
            <a:ext cx="2873972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science experiments.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677156"/>
            <a:ext cx="875954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think we will study some of the same subjects. Maths and English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56631"/>
            <a:ext cx="2371195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will still be useful 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93571" y="5394959"/>
            <a:ext cx="128930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3075283" y="5056631"/>
            <a:ext cx="1325880" cy="370332"/>
            <a:chOff x="3075283" y="5056631"/>
            <a:chExt cx="1325880" cy="370332"/>
          </a:xfrm>
        </p:grpSpPr>
        <p:sp>
          <p:nvSpPr>
            <p:cNvPr id="36" name="Rounded Rectangle 35"/>
            <p:cNvSpPr/>
            <p:nvPr/>
          </p:nvSpPr>
          <p:spPr>
            <a:xfrm>
              <a:off x="3075283" y="5061203"/>
              <a:ext cx="132588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084427" y="5056631"/>
              <a:ext cx="130759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because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4401163" y="5056631"/>
            <a:ext cx="6605432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we need numbers and communication every day.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436108"/>
            <a:ext cx="113606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We may 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858437" y="5774436"/>
            <a:ext cx="74066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1840149" y="5436108"/>
            <a:ext cx="777240" cy="370332"/>
            <a:chOff x="1840149" y="5436108"/>
            <a:chExt cx="777240" cy="370332"/>
          </a:xfrm>
        </p:grpSpPr>
        <p:sp>
          <p:nvSpPr>
            <p:cNvPr id="42" name="Rounded Rectangle 41"/>
            <p:cNvSpPr/>
            <p:nvPr/>
          </p:nvSpPr>
          <p:spPr>
            <a:xfrm>
              <a:off x="1840149" y="5440680"/>
              <a:ext cx="77724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849293" y="5436108"/>
              <a:ext cx="75895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also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2617389" y="5436108"/>
            <a:ext cx="7083617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learn more computer skills to prepare for future jobs.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815583"/>
            <a:ext cx="7644535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To me, education will change, but schools will still matter.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" y="6492240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6583680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45952" y="6547104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22" grpId="0" animBg="1"/>
      <p:bldP spid="28" grpId="0" animBg="1"/>
      <p:bldP spid="35" grpId="0" animBg="1"/>
      <p:bldP spid="41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11. Plan YOUR 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内容构思｜保留自己的预测和理由，不必采用范文的判断。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286000" cy="96012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8046720" cy="9601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Main way(s) of learning: ________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 specific activity or situation: 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2286000" cy="96012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017520"/>
            <a:ext cx="8046720" cy="9601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Subjects that may stay or change: ________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Why these subjects or skills matter: 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2286000" cy="96012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297680"/>
            <a:ext cx="8046720" cy="9601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Do my examples support my predictions?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Have I explained WHY subjects may stay or change?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只选最有说服力的细节，让约100词同时覆盖两问。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12. Article writing 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写作框架｜自己决定学习方式和科目变化，用细节完成文章。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2057400" cy="93268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引出未来学习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00200"/>
            <a:ext cx="827532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Will we __________ in the future?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think education will __________.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06624"/>
            <a:ext cx="2057400" cy="93268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HOW?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学习方式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06624"/>
            <a:ext cx="827532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Students will / may __________.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 / For instance, __________.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13048"/>
            <a:ext cx="2057400" cy="1033271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WHAT + WHY?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科目与理由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813048"/>
            <a:ext cx="8275320" cy="1033271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think we will still / may __________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because __________. We may also __________.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0056"/>
            <a:ext cx="2057400" cy="95097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ENDING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自然收尾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5020056"/>
            <a:ext cx="8275320" cy="95097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To me, __________.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OR  I believe __________ will still be important.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13. Write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独立写作｜写约100词，重点检查两问是否都得到具体回应。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184708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predicted HOW students will learn.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" y="257860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46888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gave a specific learning situation or activity.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331012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20040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said whether SUBJECTS will stay the same or change.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" y="404164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93192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explained WHY those subjects or skills matter.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" y="477316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66344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My article is clear and about 100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24728"/>
            <a:ext cx="1042416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your article. Give it a suitable title.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14. Model article: read after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范文回看｜核对学习方式、科目判断及理由；不要求采用相同观点。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EDUCATION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424160" cy="493776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Schools will still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93976"/>
            <a:ext cx="10424160" cy="7315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Will we still go to school in the future? I think most of our lessons will still take place there.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10424160" cy="1042415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Students can discuss ideas face to face and do science experiments together. However, some lessons may be online, so we can watch difficult explanations again at home.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10424160" cy="96926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think maths and English will stay because they help us solve everyday problems and communicate. We may also learn more computer skills.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38928"/>
            <a:ext cx="10424160" cy="11430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learning to write simple programs could help us prepare for future jobs. Education may change, but I believe schools will still be important places to learn with others.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