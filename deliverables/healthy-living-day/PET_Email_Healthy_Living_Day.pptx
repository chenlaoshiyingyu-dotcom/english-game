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本题回复英语老师 Mr Burton，语气礼貌清楚。约100词按PET邮件常规安排；截图未显示字数，不当成原题转录。四条批注是 Good idea!、Explain、Tell Mr Burton、Sorry,but...。本题围绕班级英语视频策划，不是泛泛写一篇健康生活文章。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按截图转录前半段。Good idea! 对应学校 Healthy Living Day 的想法，要表达赞同，不只是感谢邮件。Explain 对应英语视频在 healthy food 与 sport and exercise 中二选一，说明为什么适合这次班级视频。不要两个都列出却不说明偏好和理由。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按截图转录后半段。Tell Mr Burton：回答自己能做哪些具体工作，可以找资料、使用摄像机或出镜讲解。at least one presenter 是至少一位，不是恰好一位，也不要求写信者必须做 presenter。Sorry,but... 要道歉并婉拒周二会议；原因或后续帮助可补充，原批注不强制另约整个班级会议时间。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四次单击。Explain 是原题明确的理由要求。Tell Mr Burton 必须说明自己的贡献，不能只说 I can help 或别人可以做什么。Sorry,but... 核心是道歉并说周二不能参加；没有 because 或另约时间的明确批注，不把附加原因和跟进当新硬性题点。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四图从左到右为多样食物、运动热身、操作摄像机拍摄、面对镜头讲解。前两图是视频主题，后两图是个人分工。先说再单击。镜头后拍摄的人与镜头前讲解的人要分清；presenter 在本题是视频出镜讲解者，不是 presentation。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四次单击，选择1→理由1→选择2→理由2。两个主题都可以，关键是说明可用的具体视频内容和对学生的用途。不要求判断哪种生活方式绝对更健康，也不添加当地运动设施是否足够等原题没有的问题。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三次单击展示候选工作。只选自己能做的一项并说明具体动作也足够，不要求三项都承担。找资料的示例对应食物主题；讲解每项活动可对应运动主题。能力或经验可作支持，例如 I enjoy filming / I am confident speaking English，但不能编写不必要的长篇经历。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三次单击：明确歉意和周二不能参加→可选简短冲突原因→可选会前发想法的实际贡献。Sorry,but... 不等于必须提出新会议时间。也可请求会后要点或向同学了解安排。不要只写 Sorry 却没有说是否来，也不要写 Yes,I can 与批注相反。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六次单击：四项功能、称呼、收尾。help by 后接动名词，例如 by using the camera；could 后接动词原形。老师署名 Daniel Burton，回复用 Dear Mr Burton。实际写作中称呼、Best wishes、自己的名字分别分行。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四次单击。举例短热身要接运动主题的一般说明，不能接食物选择却不转题。so 连接擅长英语与能做讲解者的结果。but 可连接歉意和无法参加的实际情况，不表示必须要求改期。because 与 so 在同一因果结构中不重复连用。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完整邮件含称呼、收尾和署名约99词。四次单击：because / For example / so / but。第2空也接受 For instance；词库不要求全部使用。原位绿底黄字答案卡逐项出现。</a:t>
            </a:r>
          </a:p>
          <a:p>
            <a:r>
              <a:t>本例选择运动主题并做出镜讲解者，后面范文选择食物主题并负责拍摄。两个选择都可合理回应。会议后的补充是可选，不作为统一的必写结论。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半开放计划，不填统一主题或角色。最后一栏的 follow-up 只需按自己的实际情况选用，可以会前发送想法、会后了解安排，也可以不加。不能参加会议不等于完全不能参与下个月的视频制作。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四条批注呈现。方括号为可选提示，不抄进邮件。第一段赞同活动，第二段说明一个视频主题及理由，第三段具体个人分工，最后歉意和周二无法赴会。原因、后续帮助按篇幅取舍，不强制安排新的全班会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自查保持可见。重点是学校班级视频策划的邮件回复。不能只写饮食或锻炼好处而漏掉个人贡献；也不能只有 I can help 而无具体工作。会议按 Sorry,but 婉拒；短原因和跟进是可选内容，不列为额外必写题点。先独立写作再看范文。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含称呼、收尾和署名约99词。四次单击：赞同活动、健康食物主题及简单食谱理由、用摄像机拍清步骤的具体贡献、婉拒周二并可选解释和会前发送想法。</a:t>
            </a:r>
          </a:p>
          <a:p>
            <a:r>
              <a:t>本例不做出镜讲解者，说明任务只要求班级至少有一位，不要求写信者本人承担。短原因和会前发送想法是合理补充，不是新的硬性内容点。学生用自己的安排和角色。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学习目标｜赞同活动，解释视频选题，说明具体分工，并礼貌回应会议邀约。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Healthy Living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赞同想法 → 选题与理由 → 自己能做什么 → 道歉并婉拒会议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Reply to Mr Burton. Use ALL four notes.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Mr Burton's email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审题｜先读活动想法和视频选题，找出赞同与解释两条批注。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5486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From: Mr Burton  ·  Subject: Healthy Living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822960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8321040" cy="13258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Next month, our school's having a Healthy Living Day. All the students will do activities about having a healthy life.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92608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Good idea!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8321040" cy="14813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like our class to make a video in English, either about healthy food or about sport and exercise. Which would be better?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599432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Read Mr Burton's email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审题｜说明自己的视频分工，并按批注回应周二的会议邀约。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8321040" cy="17373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the video, students will need to do things like find information or use the video camera. We'll need at least one presenter, too. How can you help?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011680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Tell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Mr Burton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94176"/>
            <a:ext cx="8321040" cy="1033271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having a meeting about Healthy Living Day after school this Tuesday. Can you come?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703320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Sorry,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but...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74336"/>
            <a:ext cx="8229600" cy="804672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Daniel Burton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332720" cy="44805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email to Mr Burton using all the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Decode the FOUR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审题拆解｜先明确每条批注的核心任务，再单击核对。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Good idea!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Healthy Living Day is a good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Choose ONE video topic and give a specific reason.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Mr Burton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39312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how YOU can help to make the video.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Sorry, but...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26864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Apologise and say you cannot come on Tuesday.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选题必须解释；分工要具体；会议的简短原因或后续帮助可补充。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看图回顾｜先说视频主题或分工，再单击显示准确表达。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Two possible topics and two ways to help</a:t>
            </a:r>
          </a:p>
        </p:txBody>
      </p:sp>
      <p:pic>
        <p:nvPicPr>
          <p:cNvPr id="9" name="Picture 8" descr="healthy_living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healthy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sport and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use a video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 a presenter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Choose a video topic AND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视频选题｜理由要说明为什么这个主题适合给同学看的视频。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practical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healthy food.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can show simple snacks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that students can make.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sport and exercise.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can film a short warm-up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that students can follow.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选一个即可；联系具体能拍什么，比只说“It is interesting”更清楚。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Say exactly how YOU can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个人分工｜角色后补充自己会做的具体工作，并与所选主题一致。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5146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45920"/>
            <a:ext cx="781812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 could you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51460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Find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50592"/>
            <a:ext cx="781812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find useful information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about simple healthy snacks.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251460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Use the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92424"/>
            <a:ext cx="781812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film each step clearly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while a classmate explains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34256"/>
            <a:ext cx="251460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a presenter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334256"/>
            <a:ext cx="781812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explain each activity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English and speak clearly.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at least one presenter＝至少一位讲解者；你的分工不必固定为 presenter。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Reply politely about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会议回应｜道歉并婉拒是核心，简短原因和后续帮助可按需要补充。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286000" cy="88696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道歉并婉拒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8046720" cy="88696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but I can't come on Tuesday.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2286000" cy="88696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REASON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98648"/>
            <a:ext cx="8046720" cy="88696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have a music lesson then.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59936"/>
            <a:ext cx="2286000" cy="11430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FOLLOW-UP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可选跟进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59936"/>
            <a:ext cx="8046720" cy="11430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could send you my ideas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before the meeting.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也可会后了解安排；不必要求老师为全班会议改期。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a polite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词汇与语气｜先尝试表达，给老师写清想法、分工与会议回应。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赞同活动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Healthy Living Day is a great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选题并解释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... because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说明贡献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help by ... / I could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道歉并婉拒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52628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but I can't come on Tuesday.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502920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Dear Mr Burton,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696712"/>
            <a:ext cx="530352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Best wishes, 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reasons, examples and replies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连接词用法｜解释选题、举例说明内容，再连接能力与分工。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healthy food because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can show simple snacks.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we could film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short warm-up.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confident speaking English,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I could be a presenter.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but I can't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come on Tuesday.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举例要对应所选主题；for example / for instance 都可合理使用。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连接词练习｜先完整读信再选择，举例表达可以互换。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because  ·  but  ·  so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211732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Dear Mr Burton,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904852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think Healthy Living Day is a great idea. It could help us learn useful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22790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habits and share them with our friends.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47288"/>
            <a:ext cx="391595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I'd choose sport and exercise 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38335" y="3785615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4620047" y="3447288"/>
            <a:ext cx="1325880" cy="370332"/>
            <a:chOff x="4620047" y="3447288"/>
            <a:chExt cx="1325880" cy="370332"/>
          </a:xfrm>
        </p:grpSpPr>
        <p:sp>
          <p:nvSpPr>
            <p:cNvPr id="13" name="Rounded Rectangle 12"/>
            <p:cNvSpPr/>
            <p:nvPr/>
          </p:nvSpPr>
          <p:spPr>
            <a:xfrm>
              <a:off x="4620047" y="345186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29191" y="344728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45927" y="3447288"/>
            <a:ext cx="507099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can demonstrate simple activities.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123944"/>
            <a:ext cx="183794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31520" y="3785616"/>
            <a:ext cx="1874519" cy="370332"/>
            <a:chOff x="731520" y="3785616"/>
            <a:chExt cx="1874519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731520" y="3790188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0664" y="3785616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06039" y="3785616"/>
            <a:ext cx="827174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we could film a short warm-up that students can follow easily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546097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at home. I'm confident speaking English,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3353" y="4462272"/>
            <a:ext cx="55778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165065" y="4123944"/>
            <a:ext cx="594360" cy="370332"/>
            <a:chOff x="6165065" y="4123944"/>
            <a:chExt cx="594360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6165065" y="4128515"/>
              <a:ext cx="59436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74209" y="4123944"/>
              <a:ext cx="57607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so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759425" y="4123944"/>
            <a:ext cx="300654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could be a presenter.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62272"/>
            <a:ext cx="664657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could explain each movement slowly and clearly.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33411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I'm sorry, 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56492" y="5138928"/>
            <a:ext cx="694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038204" y="4800600"/>
            <a:ext cx="731520" cy="370332"/>
            <a:chOff x="2038204" y="4800600"/>
            <a:chExt cx="731520" cy="370332"/>
          </a:xfrm>
        </p:grpSpPr>
        <p:sp>
          <p:nvSpPr>
            <p:cNvPr id="31" name="Rounded Rectangle 30"/>
            <p:cNvSpPr/>
            <p:nvPr/>
          </p:nvSpPr>
          <p:spPr>
            <a:xfrm>
              <a:off x="2038204" y="4805172"/>
              <a:ext cx="73152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047348" y="4800600"/>
              <a:ext cx="71323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but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769724" y="4800600"/>
            <a:ext cx="677651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can't attend the meeting after school on Tuesday.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38928"/>
            <a:ext cx="969227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have a music lesson then. I could send you my ideas before the meeting.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77256"/>
            <a:ext cx="165477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15584"/>
            <a:ext cx="5791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3" grpId="0" animBg="1"/>
      <p:bldP spid="3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内容构思｜自己决定视频主题、具体分工和会议后的帮助方式。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GOOD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will you respond positively to the event?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TOPIC +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topic: ______  Why suitable for the video?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role: ______  A specific task: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SORRY, BUT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Reply to Tuesday: ______  Optional follow-up: 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分工要配合主题；会议批注的核心是道歉并明确不能参加。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Email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写作框架｜保留自己的选题、理由与具体任务，礼貌回应老师。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GOOD IDEA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赞同想法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Mr Burton,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__________ is a great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TOPIC + WHY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选题与理由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__________ because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 / For instance, we could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2057400" cy="90525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HELP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具体分工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703320"/>
            <a:ext cx="8275320" cy="90525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help by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could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2057400" cy="15087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SORRY, BUT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婉拒会议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754880"/>
            <a:ext cx="8275320" cy="15087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but I can't __________.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[Optional: reason OR a way to help later.]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独立写作｜写约100词，核对选题理由、个人贡献和会议批注。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Healthy Living Day is a good idea.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chose ONE video topic AND explained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exactly how I can help to make the video.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apologised and said I cannot come on Tuesday.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email is polite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to Mr Burton. Use all four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email: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范文回看｜本例选择食物主题，负责拍摄，并在会前提供想法。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HEALTHY LIVING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Dear Mr Burton,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Healthy Living Day is a great idea. Students could learn simple habits to use in their daily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0424160" cy="7498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healthy food because we could show simple meals that students can make at home using a few ingredients.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39896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 help by using the video camera. I enjoy filming, and I could record each step clearly while a classmate explains it 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26864"/>
            <a:ext cx="1042416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but I can't come to the meeting after school this Tuesday. I have a dentist's appointment then. Could I send you some ideas before the meeting?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</p:spPr>
        <p:txBody>
          <a:bodyPr wrap="square" lIns="109728" rIns="109728" anchor="ctr" tIns="0" bIns="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